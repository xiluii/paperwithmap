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D9CBB9-2E39-2A01-0C93-D1A7EE5CF3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F03F3AD-3EE2-83C4-0E70-3F9E06262D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BF3270-E65E-B60B-415D-524CF059C7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2B571A-D1C9-71D8-B23C-812E54373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69F1C3-73D7-D5CA-7075-9A2DDA610A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0459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74E52F-04B2-8558-3A99-C9687FB4B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1ECD52B-276F-F5E0-190C-3EC5AB92E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7AE2B30-5902-AABA-7B4F-93F74678D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6C3A82B-99BB-505B-F936-1C59717C2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9A41354-E7D5-E841-3140-AC94386B1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5479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42F66A-C55E-F2E1-AFB8-45A06DE29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F35F35-09BA-108A-8A1A-14C28335A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046654D-FD4E-64E8-DBBE-2A82D8A1A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2045C9B-EF91-E5B4-A0FE-EDDE300B9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2E594A4-B7FE-5F5F-69CB-EC78FF855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3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56FF9BB-175B-ACE3-CAF6-C3A6974FF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89BA0B-2A80-C1CF-DE8E-41EE2D5E68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C1DCE21-180A-33FC-3080-87720BFEF8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F2A37-4255-0F58-E473-F920E4750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EEF349-21EE-ED73-F2EE-3FF917C9B1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54FD75B-57BF-D1B3-97BC-C14DD2F6E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8488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64D1D-1207-F7C0-0EDF-A48794AB4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2EFAE18-E673-5465-CA55-C989654B4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86F4AB2-FD6A-F67A-59A6-297054337B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4D0442A-25E3-E3C6-71BB-2495164E8E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0578A0E-3152-8413-7110-9D0E61D364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BB7AFB-3E87-EBB2-C010-6475F1EA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7A0EB9-9624-557B-0523-73B77F28A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EE1929-C78D-C891-C806-7364747B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8365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29FC71-7FF6-CFD2-3090-1CF5C7344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461511E-0981-20C0-F145-3F2F5A0FF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A56C312-BD50-91A3-1307-E47BE6A06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A030321-7448-7E11-8D82-3A6FC3CB9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3691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B5CCE77-0991-93CC-D58E-1C0C23AB1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2C149D7-29F9-B767-10C8-17C6349D74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0147B31-6C47-4FEA-0D91-3C4905C75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8015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241F58-ED70-D452-12DE-7788C8E62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F80CC34-543D-4E71-3330-43A2FDFA27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96DC340-B8A4-D578-779B-A9D13B543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5E00820-ECF9-62A9-57B9-20FC3FABD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33C089-4623-A32F-FAA4-5381A416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8A2DD2-6321-E832-3600-8EB2CDB01A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185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66B34A-15A8-2286-34EA-138D246D5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BC4E897-E6D2-55F2-9540-EDCE0E567A7A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C687E03-9D66-7C6B-AC67-A9FF1F785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CB8E7F4-8FC8-B03D-2853-2F2AB3061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8C7828-1DAD-71E4-3AD3-504F37053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8FD638C-D732-F665-939E-0711A0078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09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F1BF4-9E88-EF99-B028-03FAE52B5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3A53613-FBE4-1B41-6D3A-5700D1555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85D3DC5-9FC6-A77D-5237-0445EE34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315D4C0-BB8C-2FA8-F75C-7714C0D25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976952-0EA7-9CEC-AC66-90DD879AF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5798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DEE1B70-595F-F6DB-CAF0-C3691AC39B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A99CFB-4537-6159-1B06-2EA9E0ADF7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B3E8A-1CA6-CD6A-77C2-C21FE7C48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B88B3-4E50-E4C2-5E8F-937475B19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0681EE-51DA-307D-87DF-93E0A9F53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233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CC25BAB-796D-9A0E-7C0F-EF1D1CE3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BDEA1D6-8524-32AF-BE0C-B59DA470A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A258666-F97A-E82E-D2E0-FB781D8D88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CF75CDF-F17A-46E9-B5F4-1D823C47C082}" type="datetimeFigureOut">
              <a:rPr lang="zh-CN" altLang="en-US" smtClean="0"/>
              <a:t>2026/10/16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442E3C4-9FE6-E08D-EDE0-00935C466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2FC4515-32B8-217B-6543-67D0DFD31D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3F142C-A436-4999-B3DA-17938E6C06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530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D182A21-EAD7-AC53-7F96-3A0EB35D903C}"/>
              </a:ext>
            </a:extLst>
          </p:cNvPr>
          <p:cNvSpPr txBox="1"/>
          <p:nvPr/>
        </p:nvSpPr>
        <p:spPr>
          <a:xfrm>
            <a:off x="889000" y="1270000"/>
            <a:ext cx="7620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/>
              <a:t>Paperly local presentation
Slide 1 of 3
Continuous reading and linked notes</a:t>
            </a:r>
            <a:endParaRPr lang="zh-CN" altLang="en-US" sz="3000"/>
          </a:p>
        </p:txBody>
      </p:sp>
    </p:spTree>
    <p:extLst>
      <p:ext uri="{BB962C8B-B14F-4D97-AF65-F5344CB8AC3E}">
        <p14:creationId xmlns:p14="http://schemas.microsoft.com/office/powerpoint/2010/main" val="40202027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D689566-4BCF-5555-1123-02358C49D98E}"/>
              </a:ext>
            </a:extLst>
          </p:cNvPr>
          <p:cNvSpPr txBox="1"/>
          <p:nvPr/>
        </p:nvSpPr>
        <p:spPr>
          <a:xfrm>
            <a:off x="889000" y="1270000"/>
            <a:ext cx="7620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/>
              <a:t>Paperly local presentation
Slide 2 of 3
Continuous reading and linked notes</a:t>
            </a:r>
            <a:endParaRPr lang="zh-CN" altLang="en-US" sz="3000"/>
          </a:p>
        </p:txBody>
      </p:sp>
    </p:spTree>
    <p:extLst>
      <p:ext uri="{BB962C8B-B14F-4D97-AF65-F5344CB8AC3E}">
        <p14:creationId xmlns:p14="http://schemas.microsoft.com/office/powerpoint/2010/main" val="1074628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987E65-157A-9F68-E749-CC2BFE012D18}"/>
              </a:ext>
            </a:extLst>
          </p:cNvPr>
          <p:cNvSpPr txBox="1"/>
          <p:nvPr/>
        </p:nvSpPr>
        <p:spPr>
          <a:xfrm>
            <a:off x="889000" y="1270000"/>
            <a:ext cx="7620000" cy="147732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altLang="zh-CN" sz="3000"/>
              <a:t>Paperly local presentation
Slide 3 of 3
Continuous reading and linked notes</a:t>
            </a:r>
            <a:endParaRPr lang="zh-CN" altLang="en-US" sz="3000"/>
          </a:p>
        </p:txBody>
      </p:sp>
    </p:spTree>
    <p:extLst>
      <p:ext uri="{BB962C8B-B14F-4D97-AF65-F5344CB8AC3E}">
        <p14:creationId xmlns:p14="http://schemas.microsoft.com/office/powerpoint/2010/main" val="25090170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</Words>
  <Application>Microsoft Office PowerPoint</Application>
  <PresentationFormat>宽屏</PresentationFormat>
  <Paragraphs>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>Paperly Fixtures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Paperly Fixtures</dc:creator>
  <cp:lastModifiedBy>Paperly Fixtures</cp:lastModifiedBy>
  <cp:revision>1</cp:revision>
  <dcterms:created xsi:type="dcterms:W3CDTF">2026-10-16T04:32:26Z</dcterms:created>
  <dcterms:modified xsi:type="dcterms:W3CDTF">2026-10-16T04:32:26Z</dcterms:modified>
</cp:coreProperties>
</file>